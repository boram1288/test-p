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핵심은 ARM이 CPU 권한을 네 단계로 나눠 침해와 장애의 확산 범위를 제한한다는 점입니다. 왼쪽을 아래부터 보면 Application과 pVM Workload는 EL0, Linux Kernel과 Driver는 EL1, pKVM 같은 Hypervisor는 EL2, Platform 보안 Firmware는 EL3에서 실행됩니다. 숫자가 높을수록 통제 권한과 System 전체에 미치는 영향이 커집니다.</a:t>
            </a:r>
          </a:p>
          <a:p/>
          <a:p>
            <a:r>
              <a:t>가운데의 주황색 경로처럼 낮은 Level은 SVC, HVC, SMC라는 통제된 Exception 경로로 상위 Service를 요청합니다. 반대로 실제 실행 복귀는 ERET을 사용하며, 상위 Level의 비동기 Event는 Queue에 Data를 기록하고 IRQ 또는 vIRQ로 알립니다. 낮은 Level이 실행 중이 아니면 Event는 Pending 상태로 기다립니다.</a:t>
            </a:r>
          </a:p>
          <a:p/>
          <a:p>
            <a:r>
              <a:t>따라서 설계 원칙은 단순합니다. 상위 EL에는 격리와 정책 집행처럼 꼭 필요한 작은 신뢰 코드만 두고, 반복 Data는 Queue와 Batching으로 처리해 EL 전환 빈도를 줄여야 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